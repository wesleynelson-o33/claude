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5"/>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52"/>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8" r:id="rId43"/>
    <p:sldId id="286" r:id="rId44"/>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microsoft.com/office/2015/10/relationships/revisionInfo" Target="revisionInfo.xml"/><Relationship Id="rId52"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p>
            <a:r>
              <a:t>September 2026 a loss of $41,464. September 2025 a loss of $52,615. September 2024 a profit of $20,737.</a:t>
            </a:r>
          </a:p>
          <a:p/>
          <a:p>
            <a:r>
              <a:t>This September is $11,152 better than the same month last year, and $62,201 worse than the September before that.</a:t>
            </a:r>
          </a:p>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p>
            <a:r>
              <a:t>What changed is the cost of earning it. Cost of sales was $374,130 against $216,749 in September 2024 on revenue only $121,701 higher. The gross margin on the month was 33.4%, against 50.8% in September 2024.</a:t>
            </a:r>
          </a:p>
          <a:p/>
          <a:p>
            <a:r>
              <a:t>So the question this chart puts to the board is about pricing and delivery cost on the work being won, not about the volume of work being won.</a:t>
            </a:r>
          </a:p>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p>
            <a:r>
              <a:t>Q1 2026 a loss of $5,808. Q1 2025 a loss of $85,404. Q1 2024 a profit of $34,595.</a:t>
            </a:r>
          </a:p>
          <a:p/>
          <a:p>
            <a:r>
              <a:t>The quarter has improved $79,596 on last year and is within $5,808 of breaking even. On that reading the recovery is real and the direction is right.</a:t>
            </a:r>
          </a:p>
          <a:p/>
          <a:p>
            <a:r>
              <a:t>Against the plan it reads differently. The budget had the first quarter at a $222,700 profit. Coming in at a $5,808 loss is $228,508 below it.</a:t>
            </a:r>
          </a:p>
          <a:p/>
          <a:p>
            <a:r>
              <a:t>As with the month, this is not a revenue failure. The quarter billed $1,624,460, which is the highest first quarter of the three, ahead of $1,228,582 last year and $1,380,102 the year before. It earned more than either comparison and still finished below the line.</a:t>
            </a:r>
          </a:p>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p>
            <a:r>
              <a:t>FY25 was pulled from Xero on 22 October 2026. The quarter is July to September, so it is fixed rather than following Setup.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4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corptechservices.sharepoint.com/:x:/s/CTSNASAccountsYBackup/IQA10LAzkaNEQq0FYhCYngMZAdN-NraOBffkpTyYU738ebI?e=dOV2Sx"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5"/>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7EF5184D-7A02-4F38-A067-CB9CBB93537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22</TotalTime>
  <Words>11353</Words>
  <Application>Microsoft Office PowerPoint</Application>
  <PresentationFormat>On-screen Show (16:9)</PresentationFormat>
  <Paragraphs>839</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3</cp:revision>
  <cp:lastPrinted>2026-10-20T04:14:11Z</cp:lastPrinted>
  <dcterms:created xsi:type="dcterms:W3CDTF">2026-10-18T22:46:07Z</dcterms:created>
  <dcterms:modified xsi:type="dcterms:W3CDTF">2026-10-22T03:16:23Z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