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2"/>
  </p:notesMasterIdLst>
  <p:sldIdLst>
    <p:sldId id="256" r:id="rId5"/>
    <p:sldId id="257" r:id="rId6"/>
    <p:sldId id="258" r:id="rId7"/>
    <p:sldId id="259" r:id="rId8"/>
    <p:sldId id="260" r:id="rId9"/>
    <p:sldId id="289" r:id="rId10"/>
    <p:sldId id="290" r:id="rId11"/>
    <p:sldId id="292" r:id="rId12"/>
    <p:sldId id="293" r:id="rId13"/>
    <p:sldId id="294"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8" r:id="rId40"/>
    <p:sldId id="286" r:id="rId41"/>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 Id="rId5"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3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5.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1.png"/><Relationship Id="rId5"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 Id="rId5"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1.png"/><Relationship Id="rId5" Type="http://schemas.openxmlformats.org/officeDocument/2006/relationships/image" Target="../media/image4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https://corptechservices.sharepoint.com/:x:/s/CTSNASAccountsYBackup/IQA10LAzkaNEQq0FYhCYngMZAdN-NraOBffkpTyYU738ebI?e=dOV2Sx"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3698" y="1005840"/>
            <a:ext cx="7756603"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P&amp;L summary, income</a:t>
            </a:r>
            <a:endParaRPr lang="en-US" sz="2700" dirty="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rev_month.png"/>
          <p:cNvPicPr>
            <a:picLocks noChangeAspect="1"/>
          </p:cNvPicPr>
          <p:nvPr/>
        </p:nvPicPr>
        <p:blipFill>
          <a:blip r:embed="rId5"/>
          <a:stretch>
            <a:fillRect/>
          </a:stretch>
        </p:blipFill>
        <p:spPr>
          <a:xfrm>
            <a:off x="504052" y="1005840"/>
            <a:ext cx="8135894" cy="230276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by month and department</a:t>
            </a:r>
            <a:endParaRPr lang="en-US" sz="2700" dirty="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2453"/>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2453"/>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year on year</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xero_qtr.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by quarter, year on year</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xero_hist.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Three years of revenue by month</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xero_cum.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year to date, against budget</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988472" y="1005840"/>
            <a:ext cx="7167054" cy="196499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P&amp;L summary, cost and profit</a:t>
            </a:r>
            <a:endParaRPr lang="en-US" sz="2700" dirty="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 result, Sep 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346681"/>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The three departments, Sep 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525850"/>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 26</a:t>
            </a:r>
            <a:endParaRPr lang="en-US" sz="2700" dirty="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683582" y="1005840"/>
            <a:ext cx="7776835" cy="230276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rev_by_dept.png"/>
          <p:cNvPicPr>
            <a:picLocks noChangeAspect="1"/>
          </p:cNvPicPr>
          <p:nvPr/>
        </p:nvPicPr>
        <p:blipFill>
          <a:blip r:embed="rId5"/>
          <a:stretch>
            <a:fillRect/>
          </a:stretch>
        </p:blipFill>
        <p:spPr>
          <a:xfrm>
            <a:off x="518066" y="1005840"/>
            <a:ext cx="8107866"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5"/>
          <a:stretch>
            <a:fillRect/>
          </a:stretch>
        </p:blipFill>
        <p:spPr>
          <a:xfrm>
            <a:off x="2632893" y="1005840"/>
            <a:ext cx="3878213" cy="1964998"/>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5"/>
          <a:stretch>
            <a:fillRect/>
          </a:stretch>
        </p:blipFill>
        <p:spPr>
          <a:xfrm>
            <a:off x="2264619" y="1005840"/>
            <a:ext cx="4614760"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5"/>
          <a:stretch>
            <a:fillRect/>
          </a:stretch>
        </p:blipFill>
        <p:spPr>
          <a:xfrm>
            <a:off x="2783712" y="1005840"/>
            <a:ext cx="3576575"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Labour mix, year to date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096428"/>
            <a:ext cx="8138160" cy="2175628"/>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5"/>
          <a:stretch>
            <a:fillRect/>
          </a:stretch>
        </p:blipFill>
        <p:spPr>
          <a:xfrm>
            <a:off x="2639119" y="1005840"/>
            <a:ext cx="3865761" cy="1964998"/>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year to date</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0006" y="1005840"/>
            <a:ext cx="4103987"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How long customers take to pay</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07424" y="1005840"/>
            <a:ext cx="2929151" cy="1964998"/>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Who owes us the most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491681"/>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5"/>
          <a:stretch>
            <a:fillRect/>
          </a:stretch>
        </p:blipFill>
        <p:spPr>
          <a:xfrm>
            <a:off x="559702" y="1005840"/>
            <a:ext cx="8024594"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How each department spent its hours,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5"/>
          <a:stretch>
            <a:fillRect/>
          </a:stretch>
        </p:blipFill>
        <p:spPr>
          <a:xfrm>
            <a:off x="587282" y="1005840"/>
            <a:ext cx="7969435" cy="1964998"/>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the three departments, Sep 26</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5"/>
          <a:stretch>
            <a:fillRect/>
          </a:stretch>
        </p:blipFill>
        <p:spPr>
          <a:xfrm>
            <a:off x="543882" y="1005840"/>
            <a:ext cx="8056234"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Revenue by month against budget</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35</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2.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0</TotalTime>
  <Words>10220</Words>
  <Application>Microsoft Office PowerPoint</Application>
  <PresentationFormat>On-screen Show (16:9)</PresentationFormat>
  <Paragraphs>772</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2</cp:revision>
  <cp:lastPrinted>2026-10-20T04:14:11Z</cp:lastPrinted>
  <dcterms:created xsi:type="dcterms:W3CDTF">2026-10-18T22:46:07Z</dcterms:created>
  <dcterms:modified xsi:type="dcterms:W3CDTF">2026-10-22T02:01:31Z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