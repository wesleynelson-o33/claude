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</c:v>
                </c:pt>
              </c:strCache>
            </c:strRef>
          </c:tx>
          <c:spPr>
            <a:solidFill>
              <a:srgbClr val="3FD0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210</c:v>
                </c:pt>
                <c:pt idx="1">
                  <c:v>225</c:v>
                </c:pt>
                <c:pt idx="2">
                  <c:v>180</c:v>
                </c:pt>
                <c:pt idx="3">
                  <c:v>160</c:v>
                </c:pt>
                <c:pt idx="4">
                  <c:v>240</c:v>
                </c:pt>
                <c:pt idx="5">
                  <c:v>270</c:v>
                </c:pt>
                <c:pt idx="6">
                  <c:v>255</c:v>
                </c:pt>
                <c:pt idx="7">
                  <c:v>290</c:v>
                </c:pt>
                <c:pt idx="8">
                  <c:v>320</c:v>
                </c:pt>
                <c:pt idx="9">
                  <c:v>305</c:v>
                </c:pt>
                <c:pt idx="10">
                  <c:v>330</c:v>
                </c:pt>
                <c:pt idx="11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Consulting</c:v>
                </c:pt>
              </c:strCache>
            </c:strRef>
          </c:tx>
          <c:spPr>
            <a:solidFill>
              <a:srgbClr val="6D7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120</c:v>
                </c:pt>
                <c:pt idx="1">
                  <c:v>118</c:v>
                </c:pt>
                <c:pt idx="2">
                  <c:v>125</c:v>
                </c:pt>
                <c:pt idx="3">
                  <c:v>122</c:v>
                </c:pt>
                <c:pt idx="4">
                  <c:v>128</c:v>
                </c:pt>
                <c:pt idx="5">
                  <c:v>130</c:v>
                </c:pt>
                <c:pt idx="6">
                  <c:v>126</c:v>
                </c:pt>
                <c:pt idx="7">
                  <c:v>135</c:v>
                </c:pt>
                <c:pt idx="8">
                  <c:v>138</c:v>
                </c:pt>
                <c:pt idx="9">
                  <c:v>132</c:v>
                </c:pt>
                <c:pt idx="10">
                  <c:v>140</c:v>
                </c:pt>
                <c:pt idx="11">
                  <c:v>142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F338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80</c:v>
                </c:pt>
                <c:pt idx="1">
                  <c:v>82</c:v>
                </c:pt>
                <c:pt idx="2">
                  <c:v>75</c:v>
                </c:pt>
                <c:pt idx="3">
                  <c:v>78</c:v>
                </c:pt>
                <c:pt idx="4">
                  <c:v>72</c:v>
                </c:pt>
                <c:pt idx="5">
                  <c:v>70</c:v>
                </c:pt>
                <c:pt idx="6">
                  <c:v>74</c:v>
                </c:pt>
                <c:pt idx="7">
                  <c:v>65</c:v>
                </c:pt>
                <c:pt idx="8">
                  <c:v>62</c:v>
                </c:pt>
                <c:pt idx="9">
                  <c:v>68</c:v>
                </c:pt>
                <c:pt idx="10">
                  <c:v>60</c:v>
                </c:pt>
                <c:pt idx="11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67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(dark) layout. Logo: the official CTS Seamless AV lock-up from presentation/assets (white on dark layouts, charcoal on white).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(light) layout. Logo: the official CTS Seamless AV lock-up from presentation/assets (white on dark layouts, charcoal on white).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layout. Change the number and title for each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only layout. Delete the sample chart and drop in your own chart, table or image. Chart values are illustrative only. Division colours: Production mint, Consulting lavender, Support rose.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and text layout, bullet version. Keep to four or five bullets per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and text layout with a narrower text box on the left and a callout card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dark)">
    <p:bg>
      <p:bgPr>
        <a:solidFill>
          <a:srgbClr val="12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548640"/>
            <a:ext cx="3447288" cy="3447288"/>
          </a:xfrm>
          <a:prstGeom prst="ellipse">
            <a:avLst/>
          </a:prstGeom>
          <a:solidFill>
            <a:srgbClr val="3FD0C9">
              <a:alpha val="85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99298" y="777240"/>
            <a:ext cx="3447288" cy="3447288"/>
          </a:xfrm>
          <a:prstGeom prst="ellipse">
            <a:avLst/>
          </a:prstGeom>
          <a:solidFill>
            <a:srgbClr val="6D71FF">
              <a:alpha val="7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73418" y="2235708"/>
            <a:ext cx="3447288" cy="3447288"/>
          </a:xfrm>
          <a:prstGeom prst="ellipse">
            <a:avLst/>
          </a:prstGeom>
          <a:solidFill>
            <a:srgbClr val="F33844">
              <a:alpha val="7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pic>
        <p:nvPicPr>
          <p:cNvPr id="5" name="Image 0" descr="/home/user/Claude/presentation/assets/cts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28800"/>
            <a:ext cx="56692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502920" y="2148840"/>
            <a:ext cx="566928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502920" y="3383280"/>
            <a:ext cx="56692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light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2834640" cy="5143500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365760"/>
            <a:ext cx="2971800" cy="2971800"/>
          </a:xfrm>
          <a:prstGeom prst="ellipse">
            <a:avLst/>
          </a:prstGeom>
          <a:solidFill>
            <a:srgbClr val="3FD0C9">
              <a:alpha val="85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86650" y="1508760"/>
            <a:ext cx="2971800" cy="2971800"/>
          </a:xfrm>
          <a:prstGeom prst="ellipse">
            <a:avLst/>
          </a:prstGeom>
          <a:solidFill>
            <a:srgbClr val="6D71FF">
              <a:alpha val="7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43650" y="2766060"/>
            <a:ext cx="2971800" cy="2971800"/>
          </a:xfrm>
          <a:prstGeom prst="ellipse">
            <a:avLst/>
          </a:prstGeom>
          <a:solidFill>
            <a:srgbClr val="F33844">
              <a:alpha val="7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630936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8" name="Text 5"/>
          <p:cNvSpPr/>
          <p:nvPr>
            <p:ph idx="106" type="body" hasCustomPrompt="1"/>
          </p:nvPr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9" name="Text 5"/>
          <p:cNvSpPr/>
          <p:nvPr>
            <p:ph idx="107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10" name="Text 5"/>
          <p:cNvSpPr/>
          <p:nvPr>
            <p:ph idx="108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600" dirty="0"/>
          </a:p>
        </p:txBody>
      </p:sp>
      <p:sp>
        <p:nvSpPr>
          <p:cNvPr id="11" name="Text 5"/>
          <p:cNvSpPr/>
          <p:nvPr>
            <p:ph idx="109" type="body" hasCustomPrompt="1"/>
          </p:nvPr>
        </p:nvSpPr>
        <p:spPr>
          <a:xfrm>
            <a:off x="502920" y="4251960"/>
            <a:ext cx="31089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2" name="Text 5"/>
          <p:cNvSpPr/>
          <p:nvPr>
            <p:ph idx="110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ection">
    <p:bg>
      <p:bgPr>
        <a:solidFill>
          <a:srgbClr val="122B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6D71FF">
              <a:alpha val="4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pic>
        <p:nvPicPr>
          <p:cNvPr id="4" name="Image 0" descr="/home/user/Claude/presentation/assets/cts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0089" y="384048"/>
            <a:ext cx="790991" cy="537667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3FD0C9"/>
          </a:solidFill>
          <a:ln w="12700">
            <a:solidFill>
              <a:srgbClr val="3FD0C9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0089" y="384048"/>
            <a:ext cx="790991" cy="537667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0089" y="384048"/>
            <a:ext cx="790991" cy="537667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REPORTING</a:t>
            </a:r>
            <a:endParaRPr lang="en-US" sz="12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02920" y="2148840"/>
            <a:ext cx="5669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Controller Pack</a:t>
            </a:r>
            <a:endParaRPr lang="en-US" sz="40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502920" y="33832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results, budget variances and the outlook for the quarter</a:t>
            </a:r>
            <a:endParaRPr lang="en-US" sz="18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Finance</a:t>
            </a:r>
            <a:endParaRPr lang="en-US" sz="12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6" type="body" hasCustomPrompt="1"/>
          </p:nvPr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200" dirty="0"/>
          </a:p>
        </p:txBody>
      </p:sp>
      <p:sp>
        <p:nvSpPr>
          <p:cNvPr id="3" name="Text 5"/>
          <p:cNvSpPr/>
          <p:nvPr>
            <p:ph idx="107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Processing Walkthrough</a:t>
            </a:r>
            <a:endParaRPr lang="en-US" sz="3600" dirty="0"/>
          </a:p>
        </p:txBody>
      </p:sp>
      <p:sp>
        <p:nvSpPr>
          <p:cNvPr id="4" name="Text 5"/>
          <p:cNvSpPr/>
          <p:nvPr>
            <p:ph idx="108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fortnightly cycle from payroll notes to bank upload</a:t>
            </a:r>
            <a:endParaRPr lang="en-US" sz="1600" dirty="0"/>
          </a:p>
        </p:txBody>
      </p:sp>
      <p:sp>
        <p:nvSpPr>
          <p:cNvPr id="5" name="Text 5"/>
          <p:cNvSpPr/>
          <p:nvPr>
            <p:ph idx="109" type="body" hasCustomPrompt="1"/>
          </p:nvPr>
        </p:nvSpPr>
        <p:spPr>
          <a:xfrm>
            <a:off x="502920" y="4251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Finance</a:t>
            </a:r>
            <a:endParaRPr lang="en-US" sz="1200" dirty="0"/>
          </a:p>
        </p:txBody>
      </p:sp>
      <p:sp>
        <p:nvSpPr>
          <p:cNvPr id="6" name="Text 5"/>
          <p:cNvSpPr/>
          <p:nvPr>
            <p:ph idx="110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gross margin and overheads against budget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next month and who owns each action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division, rolling twelve months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54480"/>
          <a:ext cx="81381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only, empty body for your content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take from this month</a:t>
            </a:r>
            <a:endParaRPr lang="en-US" sz="28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finished ahead of budget, driven by the top five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held steady despite higher casual labour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Overheads were under budget, with the largest saving in software subscriptions.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position improved as aged receivables were collected.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and text with a callout card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 goes here. Keep paragraphs short and lead with the point you want the audience to remember.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supporting point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03520" y="1554480"/>
            <a:ext cx="3337560" cy="3017520"/>
          </a:xfrm>
          <a:prstGeom prst="rect">
            <a:avLst/>
          </a:prstGeom>
          <a:solidFill>
            <a:srgbClr val="E8F9F8"/>
          </a:solidFill>
          <a:ln w="12700">
            <a:solidFill>
              <a:srgbClr val="E8F9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77840" y="1874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1945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callout, figure or quote that supports the text on the left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39776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source or note</a:t>
            </a:r>
            <a:endParaRPr lang="en-US" sz="1100" dirty="0"/>
          </a:p>
        </p:txBody>
      </p:sp>
      <p:sp>
        <p:nvSpPr>
          <p:cNvPr id="10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Corporate Technology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CTS Presentation Template</dc:title>
  <dc:subject>PptxGenJS Presentation</dc:subject>
  <dc:creator>Corporate Technology Services</dc:creator>
  <cp:lastModifiedBy>Corporate Technology Services</cp:lastModifiedBy>
  <cp:revision>1</cp:revision>
  <dcterms:created xsi:type="dcterms:W3CDTF">2026-09-25T05:39:32Z</dcterms:created>
  <dcterms:modified xsi:type="dcterms:W3CDTF">2026-09-25T05:39:32Z</dcterms:modified>
</cp:coreProperties>
</file>